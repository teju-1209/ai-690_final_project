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1253dc53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1253dc53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1253dc53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1253dc53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1253dc53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1253dc5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1253dc538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1253dc53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1253dc53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1253dc53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1253dc53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1253dc53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1253dc538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1253dc538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253dc538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1253dc538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57200" y="702644"/>
            <a:ext cx="8229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57200" y="1610179"/>
            <a:ext cx="8229600" cy="29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702644"/>
            <a:ext cx="8229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57200" y="1451426"/>
            <a:ext cx="40386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648200" y="1451426"/>
            <a:ext cx="40386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702644"/>
            <a:ext cx="8229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199" y="1397255"/>
            <a:ext cx="40401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57199" y="1989969"/>
            <a:ext cx="40401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6"/>
          <p:cNvSpPr txBox="1"/>
          <p:nvPr>
            <p:ph idx="3" type="body"/>
          </p:nvPr>
        </p:nvSpPr>
        <p:spPr>
          <a:xfrm>
            <a:off x="4645025" y="1397255"/>
            <a:ext cx="4041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4" type="body"/>
          </p:nvPr>
        </p:nvSpPr>
        <p:spPr>
          <a:xfrm>
            <a:off x="4645025" y="1989969"/>
            <a:ext cx="40419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702644"/>
            <a:ext cx="8229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679122"/>
            <a:ext cx="300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3575050" y="679122"/>
            <a:ext cx="5111700" cy="39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57201" y="1609519"/>
            <a:ext cx="30084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1792288" y="3858517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/>
          <p:nvPr>
            <p:ph idx="2" type="pic"/>
          </p:nvPr>
        </p:nvSpPr>
        <p:spPr>
          <a:xfrm>
            <a:off x="1792288" y="717648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1792288" y="4283570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1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02644"/>
            <a:ext cx="8229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10179"/>
            <a:ext cx="8229600" cy="29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D-flag-background-ppt.png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BC-primary-logo-CMYK-on-black.png" id="11" name="Google Shape;11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4287" y="86177"/>
            <a:ext cx="1749254" cy="402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ner-element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9918" y="3901058"/>
            <a:ext cx="1224081" cy="124244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</p:sldLayoutIdLst>
  <mc:AlternateContent>
    <mc:Choice Requires="p14">
      <p:transition p14:dur="1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Real-Time Age &amp; Gender Detection using Jetson Nano</a:t>
            </a:r>
            <a:endParaRPr/>
          </a:p>
        </p:txBody>
      </p:sp>
      <p:sp>
        <p:nvSpPr>
          <p:cNvPr id="71" name="Google Shape;71;p12"/>
          <p:cNvSpPr txBox="1"/>
          <p:nvPr>
            <p:ph idx="1" type="subTitle"/>
          </p:nvPr>
        </p:nvSpPr>
        <p:spPr>
          <a:xfrm>
            <a:off x="5737500" y="2867500"/>
            <a:ext cx="30948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-Tejaswini Veeramachaneni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-Sruthi Velpula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-215650" y="830850"/>
            <a:ext cx="6643200" cy="66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319175" y="1362975"/>
            <a:ext cx="8288700" cy="326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Airport Security Monitoring Challenges:</a:t>
            </a:r>
            <a:endParaRPr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Airports handle high passenger traffic, making manual monitoring difficult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real-time automated age and gender analysis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methods are time-consuming and prone to errors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solutions introduce latency and privacy concerns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 fast, edge-based AI system for airport security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347150" y="722625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Objective:</a:t>
            </a:r>
            <a:endParaRPr/>
          </a:p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347150" y="1561400"/>
            <a:ext cx="8046300" cy="268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387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365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real-time system to detect age and gender of passengers</a:t>
            </a:r>
            <a:endParaRPr sz="365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7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365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an edge-based AI solution using Jetson Nano</a:t>
            </a:r>
            <a:endParaRPr sz="365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7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365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latency and privacy risks by avoiding cloud processing</a:t>
            </a:r>
            <a:endParaRPr sz="365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7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365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airport security and crowd monitoring applications</a:t>
            </a:r>
            <a:endParaRPr sz="365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7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365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 a practical and scalable computer vision system</a:t>
            </a:r>
            <a:endParaRPr sz="365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536950" y="731225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1154350" y="1597875"/>
            <a:ext cx="7087800" cy="303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USB camera captures live video frames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Detection: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Haar Cascade detects faces in each frame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Centroid Tracking: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assigns a </a:t>
            </a: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ID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each detected face across frames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Counting: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count = number of tracked IDs (unique people)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 face ROI to blob (227×227)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 Models:</a:t>
            </a:r>
            <a:endParaRPr b="1"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–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GenderNet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Male/Female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–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AgeNet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age range bucket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 </a:t>
            </a: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bounding box + ID + age + gender + people count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live video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606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157375" y="696725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</a:t>
            </a:r>
            <a:r>
              <a:rPr lang="en"/>
              <a:t> 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242700" y="1432800"/>
            <a:ext cx="4865100" cy="31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3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live video frames using a USB camera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faces in each frame using Haar Cascade classifier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Arial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</a:t>
            </a:r>
            <a:r>
              <a:rPr b="1"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Centroid Tracking algorithm</a:t>
            </a: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track faces across frames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 a unique ID to each detected person and count total people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face region of interest (ROI) for each tracked person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 face images to the required input size (227 × 227)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age and gender prediction using deep learning models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bounding box, ID, age, gender, and people count on live video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775" y="1693625"/>
            <a:ext cx="3477775" cy="282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217750" y="696725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Used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59275" y="1415650"/>
            <a:ext cx="4627500" cy="334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3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029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45"/>
              <a:buFont typeface="Times New Roman"/>
              <a:buChar char="•"/>
            </a:pPr>
            <a:r>
              <a:rPr lang="en" sz="13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AgeNet</a:t>
            </a:r>
            <a:endParaRPr sz="13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029" lvl="1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45"/>
              <a:buFont typeface="Times New Roman"/>
              <a:buChar char="–"/>
            </a:pPr>
            <a:r>
              <a:rPr lang="en" sz="13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 for predicting age range</a:t>
            </a:r>
            <a:endParaRPr sz="13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029" lvl="1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45"/>
              <a:buFont typeface="Times New Roman"/>
              <a:buChar char="–"/>
            </a:pPr>
            <a:r>
              <a:rPr lang="en" sz="13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 age in predefined age group buckets</a:t>
            </a:r>
            <a:endParaRPr sz="13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029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45"/>
              <a:buFont typeface="Times New Roman"/>
              <a:buChar char="•"/>
            </a:pPr>
            <a:r>
              <a:rPr lang="en" sz="13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GenderNet</a:t>
            </a:r>
            <a:endParaRPr sz="13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029" lvl="1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45"/>
              <a:buFont typeface="Times New Roman"/>
              <a:buChar char="–"/>
            </a:pPr>
            <a:r>
              <a:rPr lang="en" sz="13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 for gender classification</a:t>
            </a:r>
            <a:endParaRPr sz="13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029" lvl="1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45"/>
              <a:buFont typeface="Times New Roman"/>
              <a:buChar char="–"/>
            </a:pPr>
            <a:r>
              <a:rPr lang="en" sz="13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 Male or Female</a:t>
            </a:r>
            <a:endParaRPr sz="13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029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45"/>
              <a:buFont typeface="Times New Roman"/>
              <a:buChar char="•"/>
            </a:pPr>
            <a:r>
              <a:rPr lang="en" sz="13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models are Caffe-based pre-trained models</a:t>
            </a:r>
            <a:endParaRPr sz="13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029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45"/>
              <a:buFont typeface="Times New Roman"/>
              <a:buChar char="•"/>
            </a:pPr>
            <a:r>
              <a:rPr lang="en" sz="13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loaded and executed using OpenCV DNN module</a:t>
            </a:r>
            <a:endParaRPr sz="13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626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8"/>
              <a:buFont typeface="Times New Roman"/>
              <a:buChar char="•"/>
            </a:pPr>
            <a:r>
              <a:rPr lang="en" sz="13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for real-time inference on Jetson</a:t>
            </a:r>
            <a:r>
              <a:rPr lang="en" sz="11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Nano</a:t>
            </a:r>
            <a:endParaRPr sz="117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00"/>
          </a:p>
        </p:txBody>
      </p:sp>
      <p:sp>
        <p:nvSpPr>
          <p:cNvPr id="103" name="Google Shape;103;p17"/>
          <p:cNvSpPr txBox="1"/>
          <p:nvPr/>
        </p:nvSpPr>
        <p:spPr>
          <a:xfrm>
            <a:off x="5247825" y="1787525"/>
            <a:ext cx="38289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9225" y="1724925"/>
            <a:ext cx="4627500" cy="22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Centroid Tracking Algorithm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453675"/>
            <a:ext cx="4581300" cy="282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6428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Centroid tracking is a  object tracking technique used to detected faces across video frames.</a:t>
            </a:r>
            <a:endParaRPr sz="553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428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Lightweight, fast, and suitable for real-time applications .</a:t>
            </a:r>
            <a:endParaRPr sz="553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428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The center point (centroid) of the bounding box is calculated f</a:t>
            </a: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or each detected faces.</a:t>
            </a:r>
            <a:endParaRPr sz="553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428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If no matching centroid is found, the algorithm assigns a new ID to that face.</a:t>
            </a:r>
            <a:endParaRPr sz="553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428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Prevents counting the same person multiple times by remembering the past faces with ID.</a:t>
            </a:r>
            <a:endParaRPr sz="553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56"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5300000" y="1391075"/>
            <a:ext cx="384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976575" y="1641475"/>
            <a:ext cx="37245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000" y="1453675"/>
            <a:ext cx="3984550" cy="25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152475"/>
            <a:ext cx="86304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50" y="1152475"/>
            <a:ext cx="4086300" cy="327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7675" y="1152475"/>
            <a:ext cx="470585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50" y="796400"/>
            <a:ext cx="8565550" cy="39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